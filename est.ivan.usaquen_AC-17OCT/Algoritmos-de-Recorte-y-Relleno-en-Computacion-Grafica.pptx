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4630400" cy="8229600"/>
  <p:notesSz cx="8229600" cy="14630400"/>
  <p:embeddedFontLst>
    <p:embeddedFont>
      <p:font typeface="Anton" pitchFamily="2" charset="0"/>
      <p:regular r:id="rId10"/>
    </p:embeddedFont>
    <p:embeddedFont>
      <p:font typeface="Century Gothic" panose="020B0502020202020204" pitchFamily="34" charset="0"/>
      <p:regular r:id="rId11"/>
      <p:bold r:id="rId12"/>
      <p:italic r:id="rId13"/>
      <p:boldItalic r:id="rId14"/>
    </p:embeddedFont>
    <p:embeddedFont>
      <p:font typeface="Fira Sans" panose="020B0503050000020004" pitchFamily="34" charset="0"/>
      <p:regular r:id="rId15"/>
      <p:bold r:id="rId16"/>
    </p:embeddedFont>
    <p:embeddedFont>
      <p:font typeface="Fira Sans Bold" panose="020B0803050000020004" pitchFamily="34" charset="0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97B756-4D64-4298-93FE-DD62DFF7F6C7}" v="8" dt="2024-10-24T00:56:01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Usaquén" userId="b6a08a424d6d98a3" providerId="LiveId" clId="{4897B756-4D64-4298-93FE-DD62DFF7F6C7}"/>
    <pc:docChg chg="undo custSel delSld modSld modMainMaster">
      <pc:chgData name="Fernando Usaquén" userId="b6a08a424d6d98a3" providerId="LiveId" clId="{4897B756-4D64-4298-93FE-DD62DFF7F6C7}" dt="2024-10-24T00:58:43.514" v="59" actId="20577"/>
      <pc:docMkLst>
        <pc:docMk/>
      </pc:docMkLst>
      <pc:sldChg chg="delSp modSp mod">
        <pc:chgData name="Fernando Usaquén" userId="b6a08a424d6d98a3" providerId="LiveId" clId="{4897B756-4D64-4298-93FE-DD62DFF7F6C7}" dt="2024-10-24T00:58:43.514" v="59" actId="20577"/>
        <pc:sldMkLst>
          <pc:docMk/>
          <pc:sldMk cId="0" sldId="256"/>
        </pc:sldMkLst>
        <pc:spChg chg="mod">
          <ac:chgData name="Fernando Usaquén" userId="b6a08a424d6d98a3" providerId="LiveId" clId="{4897B756-4D64-4298-93FE-DD62DFF7F6C7}" dt="2024-10-24T00:58:43.514" v="59" actId="20577"/>
          <ac:spMkLst>
            <pc:docMk/>
            <pc:sldMk cId="0" sldId="256"/>
            <ac:spMk id="7" creationId="{00000000-0000-0000-0000-000000000000}"/>
          </ac:spMkLst>
        </pc:spChg>
        <pc:picChg chg="del">
          <ac:chgData name="Fernando Usaquén" userId="b6a08a424d6d98a3" providerId="LiveId" clId="{4897B756-4D64-4298-93FE-DD62DFF7F6C7}" dt="2024-10-24T00:52:29.682" v="39" actId="478"/>
          <ac:picMkLst>
            <pc:docMk/>
            <pc:sldMk cId="0" sldId="256"/>
            <ac:picMk id="6" creationId="{00000000-0000-0000-0000-000000000000}"/>
          </ac:picMkLst>
        </pc:picChg>
      </pc:sldChg>
      <pc:sldChg chg="modSp mod">
        <pc:chgData name="Fernando Usaquén" userId="b6a08a424d6d98a3" providerId="LiveId" clId="{4897B756-4D64-4298-93FE-DD62DFF7F6C7}" dt="2024-10-24T00:52:21.655" v="38" actId="20577"/>
        <pc:sldMkLst>
          <pc:docMk/>
          <pc:sldMk cId="0" sldId="258"/>
        </pc:sldMkLst>
        <pc:spChg chg="mod">
          <ac:chgData name="Fernando Usaquén" userId="b6a08a424d6d98a3" providerId="LiveId" clId="{4897B756-4D64-4298-93FE-DD62DFF7F6C7}" dt="2024-10-24T00:52:21.655" v="38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Fernando Usaquén" userId="b6a08a424d6d98a3" providerId="LiveId" clId="{4897B756-4D64-4298-93FE-DD62DFF7F6C7}" dt="2024-10-24T00:46:33.367" v="2"/>
          <ac:spMkLst>
            <pc:docMk/>
            <pc:sldMk cId="0" sldId="258"/>
            <ac:spMk id="3" creationId="{00000000-0000-0000-0000-000000000000}"/>
          </ac:spMkLst>
        </pc:spChg>
        <pc:spChg chg="mod">
          <ac:chgData name="Fernando Usaquén" userId="b6a08a424d6d98a3" providerId="LiveId" clId="{4897B756-4D64-4298-93FE-DD62DFF7F6C7}" dt="2024-10-24T00:47:12.554" v="5"/>
          <ac:spMkLst>
            <pc:docMk/>
            <pc:sldMk cId="0" sldId="258"/>
            <ac:spMk id="4" creationId="{00000000-0000-0000-0000-000000000000}"/>
          </ac:spMkLst>
        </pc:spChg>
        <pc:spChg chg="mod">
          <ac:chgData name="Fernando Usaquén" userId="b6a08a424d6d98a3" providerId="LiveId" clId="{4897B756-4D64-4298-93FE-DD62DFF7F6C7}" dt="2024-10-24T00:47:59.048" v="9"/>
          <ac:spMkLst>
            <pc:docMk/>
            <pc:sldMk cId="0" sldId="258"/>
            <ac:spMk id="5" creationId="{00000000-0000-0000-0000-000000000000}"/>
          </ac:spMkLst>
        </pc:spChg>
        <pc:spChg chg="mod">
          <ac:chgData name="Fernando Usaquén" userId="b6a08a424d6d98a3" providerId="LiveId" clId="{4897B756-4D64-4298-93FE-DD62DFF7F6C7}" dt="2024-10-24T00:48:10.628" v="12"/>
          <ac:spMkLst>
            <pc:docMk/>
            <pc:sldMk cId="0" sldId="258"/>
            <ac:spMk id="6" creationId="{00000000-0000-0000-0000-000000000000}"/>
          </ac:spMkLst>
        </pc:spChg>
      </pc:sldChg>
      <pc:sldChg chg="del">
        <pc:chgData name="Fernando Usaquén" userId="b6a08a424d6d98a3" providerId="LiveId" clId="{4897B756-4D64-4298-93FE-DD62DFF7F6C7}" dt="2024-10-24T00:49:27.929" v="16" actId="2696"/>
        <pc:sldMkLst>
          <pc:docMk/>
          <pc:sldMk cId="0" sldId="259"/>
        </pc:sldMkLst>
      </pc:sldChg>
      <pc:sldChg chg="modSp mod">
        <pc:chgData name="Fernando Usaquén" userId="b6a08a424d6d98a3" providerId="LiveId" clId="{4897B756-4D64-4298-93FE-DD62DFF7F6C7}" dt="2024-10-24T00:51:12.554" v="28"/>
        <pc:sldMkLst>
          <pc:docMk/>
          <pc:sldMk cId="0" sldId="260"/>
        </pc:sldMkLst>
        <pc:spChg chg="mod">
          <ac:chgData name="Fernando Usaquén" userId="b6a08a424d6d98a3" providerId="LiveId" clId="{4897B756-4D64-4298-93FE-DD62DFF7F6C7}" dt="2024-10-24T00:49:46.970" v="19"/>
          <ac:spMkLst>
            <pc:docMk/>
            <pc:sldMk cId="0" sldId="260"/>
            <ac:spMk id="3" creationId="{00000000-0000-0000-0000-000000000000}"/>
          </ac:spMkLst>
        </pc:spChg>
        <pc:spChg chg="mod">
          <ac:chgData name="Fernando Usaquén" userId="b6a08a424d6d98a3" providerId="LiveId" clId="{4897B756-4D64-4298-93FE-DD62DFF7F6C7}" dt="2024-10-24T00:50:32.401" v="22"/>
          <ac:spMkLst>
            <pc:docMk/>
            <pc:sldMk cId="0" sldId="260"/>
            <ac:spMk id="4" creationId="{00000000-0000-0000-0000-000000000000}"/>
          </ac:spMkLst>
        </pc:spChg>
        <pc:spChg chg="mod">
          <ac:chgData name="Fernando Usaquén" userId="b6a08a424d6d98a3" providerId="LiveId" clId="{4897B756-4D64-4298-93FE-DD62DFF7F6C7}" dt="2024-10-24T00:50:58.288" v="25"/>
          <ac:spMkLst>
            <pc:docMk/>
            <pc:sldMk cId="0" sldId="260"/>
            <ac:spMk id="5" creationId="{00000000-0000-0000-0000-000000000000}"/>
          </ac:spMkLst>
        </pc:spChg>
        <pc:spChg chg="mod">
          <ac:chgData name="Fernando Usaquén" userId="b6a08a424d6d98a3" providerId="LiveId" clId="{4897B756-4D64-4298-93FE-DD62DFF7F6C7}" dt="2024-10-24T00:51:12.554" v="28"/>
          <ac:spMkLst>
            <pc:docMk/>
            <pc:sldMk cId="0" sldId="260"/>
            <ac:spMk id="6" creationId="{00000000-0000-0000-0000-000000000000}"/>
          </ac:spMkLst>
        </pc:spChg>
      </pc:sldChg>
      <pc:sldChg chg="addSp delSp modSp mod">
        <pc:chgData name="Fernando Usaquén" userId="b6a08a424d6d98a3" providerId="LiveId" clId="{4897B756-4D64-4298-93FE-DD62DFF7F6C7}" dt="2024-10-24T00:56:15.379" v="54" actId="14100"/>
        <pc:sldMkLst>
          <pc:docMk/>
          <pc:sldMk cId="0" sldId="261"/>
        </pc:sldMkLst>
        <pc:spChg chg="add">
          <ac:chgData name="Fernando Usaquén" userId="b6a08a424d6d98a3" providerId="LiveId" clId="{4897B756-4D64-4298-93FE-DD62DFF7F6C7}" dt="2024-10-24T00:55:24.005" v="41"/>
          <ac:spMkLst>
            <pc:docMk/>
            <pc:sldMk cId="0" sldId="261"/>
            <ac:spMk id="16" creationId="{2659C0FB-7D26-C38B-07B1-653E3E55FB8F}"/>
          </ac:spMkLst>
        </pc:spChg>
        <pc:spChg chg="add">
          <ac:chgData name="Fernando Usaquén" userId="b6a08a424d6d98a3" providerId="LiveId" clId="{4897B756-4D64-4298-93FE-DD62DFF7F6C7}" dt="2024-10-24T00:56:00.160" v="46"/>
          <ac:spMkLst>
            <pc:docMk/>
            <pc:sldMk cId="0" sldId="261"/>
            <ac:spMk id="18" creationId="{31B43FD2-AADD-1D5E-5536-147AEB171D2D}"/>
          </ac:spMkLst>
        </pc:spChg>
        <pc:picChg chg="del">
          <ac:chgData name="Fernando Usaquén" userId="b6a08a424d6d98a3" providerId="LiveId" clId="{4897B756-4D64-4298-93FE-DD62DFF7F6C7}" dt="2024-10-24T00:55:22.625" v="40" actId="478"/>
          <ac:picMkLst>
            <pc:docMk/>
            <pc:sldMk cId="0" sldId="261"/>
            <ac:picMk id="2" creationId="{00000000-0000-0000-0000-000000000000}"/>
          </ac:picMkLst>
        </pc:picChg>
        <pc:picChg chg="add mod">
          <ac:chgData name="Fernando Usaquén" userId="b6a08a424d6d98a3" providerId="LiveId" clId="{4897B756-4D64-4298-93FE-DD62DFF7F6C7}" dt="2024-10-24T00:56:13.740" v="53" actId="14100"/>
          <ac:picMkLst>
            <pc:docMk/>
            <pc:sldMk cId="0" sldId="261"/>
            <ac:picMk id="17" creationId="{19043F49-6CBD-CA3B-3C91-896820580EAC}"/>
          </ac:picMkLst>
        </pc:picChg>
        <pc:picChg chg="add mod">
          <ac:chgData name="Fernando Usaquén" userId="b6a08a424d6d98a3" providerId="LiveId" clId="{4897B756-4D64-4298-93FE-DD62DFF7F6C7}" dt="2024-10-24T00:56:15.379" v="54" actId="14100"/>
          <ac:picMkLst>
            <pc:docMk/>
            <pc:sldMk cId="0" sldId="261"/>
            <ac:picMk id="19" creationId="{2654E354-9B34-5A50-40F0-D781C46B53D2}"/>
          </ac:picMkLst>
        </pc:picChg>
      </pc:sldChg>
      <pc:sldChg chg="delSp mod">
        <pc:chgData name="Fernando Usaquén" userId="b6a08a424d6d98a3" providerId="LiveId" clId="{4897B756-4D64-4298-93FE-DD62DFF7F6C7}" dt="2024-10-24T00:51:52.148" v="29" actId="478"/>
        <pc:sldMkLst>
          <pc:docMk/>
          <pc:sldMk cId="0" sldId="263"/>
        </pc:sldMkLst>
        <pc:picChg chg="del">
          <ac:chgData name="Fernando Usaquén" userId="b6a08a424d6d98a3" providerId="LiveId" clId="{4897B756-4D64-4298-93FE-DD62DFF7F6C7}" dt="2024-10-24T00:51:52.148" v="29" actId="478"/>
          <ac:picMkLst>
            <pc:docMk/>
            <pc:sldMk cId="0" sldId="263"/>
            <ac:picMk id="2" creationId="{00000000-0000-0000-0000-000000000000}"/>
          </ac:picMkLst>
        </pc:picChg>
      </pc:sldChg>
      <pc:sldMasterChg chg="modSldLayout">
        <pc:chgData name="Fernando Usaquén" userId="b6a08a424d6d98a3" providerId="LiveId" clId="{4897B756-4D64-4298-93FE-DD62DFF7F6C7}" dt="2024-10-24T00:47:34.479" v="6"/>
        <pc:sldMasterMkLst>
          <pc:docMk/>
          <pc:sldMasterMk cId="553083570" sldId="2147483658"/>
        </pc:sldMasterMkLst>
        <pc:sldLayoutChg chg="delSp">
          <pc:chgData name="Fernando Usaquén" userId="b6a08a424d6d98a3" providerId="LiveId" clId="{4897B756-4D64-4298-93FE-DD62DFF7F6C7}" dt="2024-10-24T00:47:34.479" v="6"/>
          <pc:sldLayoutMkLst>
            <pc:docMk/>
            <pc:sldMasterMk cId="553083570" sldId="2147483658"/>
            <pc:sldLayoutMk cId="4182016623" sldId="2147483670"/>
          </pc:sldLayoutMkLst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4182016623" sldId="2147483670"/>
              <ac:spMk id="2" creationId="{00000000-0000-0000-0000-000000000000}"/>
            </ac:spMkLst>
          </pc:spChg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4182016623" sldId="2147483670"/>
              <ac:spMk id="3" creationId="{00000000-0000-0000-0000-000000000000}"/>
            </ac:spMkLst>
          </pc:spChg>
          <pc:picChg chg="del">
            <ac:chgData name="Fernando Usaquén" userId="b6a08a424d6d98a3" providerId="LiveId" clId="{4897B756-4D64-4298-93FE-DD62DFF7F6C7}" dt="2024-10-24T00:47:34.479" v="6"/>
            <ac:picMkLst>
              <pc:docMk/>
              <pc:sldMasterMk cId="553083570" sldId="2147483658"/>
              <pc:sldLayoutMk cId="4182016623" sldId="2147483670"/>
              <ac:picMk id="4" creationId="{00000000-0000-0000-0000-000000000000}"/>
            </ac:picMkLst>
          </pc:picChg>
        </pc:sldLayoutChg>
        <pc:sldLayoutChg chg="delSp">
          <pc:chgData name="Fernando Usaquén" userId="b6a08a424d6d98a3" providerId="LiveId" clId="{4897B756-4D64-4298-93FE-DD62DFF7F6C7}" dt="2024-10-24T00:47:34.479" v="6"/>
          <pc:sldLayoutMkLst>
            <pc:docMk/>
            <pc:sldMasterMk cId="553083570" sldId="2147483658"/>
            <pc:sldLayoutMk cId="2017933915" sldId="2147483671"/>
          </pc:sldLayoutMkLst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2017933915" sldId="2147483671"/>
              <ac:spMk id="2" creationId="{00000000-0000-0000-0000-000000000000}"/>
            </ac:spMkLst>
          </pc:spChg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2017933915" sldId="2147483671"/>
              <ac:spMk id="3" creationId="{00000000-0000-0000-0000-000000000000}"/>
            </ac:spMkLst>
          </pc:spChg>
          <pc:picChg chg="del">
            <ac:chgData name="Fernando Usaquén" userId="b6a08a424d6d98a3" providerId="LiveId" clId="{4897B756-4D64-4298-93FE-DD62DFF7F6C7}" dt="2024-10-24T00:47:34.479" v="6"/>
            <ac:picMkLst>
              <pc:docMk/>
              <pc:sldMasterMk cId="553083570" sldId="2147483658"/>
              <pc:sldLayoutMk cId="2017933915" sldId="2147483671"/>
              <ac:picMk id="4" creationId="{00000000-0000-0000-0000-000000000000}"/>
            </ac:picMkLst>
          </pc:picChg>
        </pc:sldLayoutChg>
        <pc:sldLayoutChg chg="delSp">
          <pc:chgData name="Fernando Usaquén" userId="b6a08a424d6d98a3" providerId="LiveId" clId="{4897B756-4D64-4298-93FE-DD62DFF7F6C7}" dt="2024-10-24T00:47:34.479" v="6"/>
          <pc:sldLayoutMkLst>
            <pc:docMk/>
            <pc:sldMasterMk cId="553083570" sldId="2147483658"/>
            <pc:sldLayoutMk cId="227199090" sldId="2147483672"/>
          </pc:sldLayoutMkLst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227199090" sldId="2147483672"/>
              <ac:spMk id="2" creationId="{00000000-0000-0000-0000-000000000000}"/>
            </ac:spMkLst>
          </pc:spChg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227199090" sldId="2147483672"/>
              <ac:spMk id="3" creationId="{00000000-0000-0000-0000-000000000000}"/>
            </ac:spMkLst>
          </pc:spChg>
          <pc:picChg chg="del">
            <ac:chgData name="Fernando Usaquén" userId="b6a08a424d6d98a3" providerId="LiveId" clId="{4897B756-4D64-4298-93FE-DD62DFF7F6C7}" dt="2024-10-24T00:47:34.479" v="6"/>
            <ac:picMkLst>
              <pc:docMk/>
              <pc:sldMasterMk cId="553083570" sldId="2147483658"/>
              <pc:sldLayoutMk cId="227199090" sldId="2147483672"/>
              <ac:picMk id="4" creationId="{00000000-0000-0000-0000-000000000000}"/>
            </ac:picMkLst>
          </pc:picChg>
        </pc:sldLayoutChg>
        <pc:sldLayoutChg chg="delSp">
          <pc:chgData name="Fernando Usaquén" userId="b6a08a424d6d98a3" providerId="LiveId" clId="{4897B756-4D64-4298-93FE-DD62DFF7F6C7}" dt="2024-10-24T00:47:34.479" v="6"/>
          <pc:sldLayoutMkLst>
            <pc:docMk/>
            <pc:sldMasterMk cId="553083570" sldId="2147483658"/>
            <pc:sldLayoutMk cId="3868611432" sldId="2147483673"/>
          </pc:sldLayoutMkLst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3868611432" sldId="2147483673"/>
              <ac:spMk id="2" creationId="{00000000-0000-0000-0000-000000000000}"/>
            </ac:spMkLst>
          </pc:spChg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3868611432" sldId="2147483673"/>
              <ac:spMk id="3" creationId="{00000000-0000-0000-0000-000000000000}"/>
            </ac:spMkLst>
          </pc:spChg>
          <pc:picChg chg="del">
            <ac:chgData name="Fernando Usaquén" userId="b6a08a424d6d98a3" providerId="LiveId" clId="{4897B756-4D64-4298-93FE-DD62DFF7F6C7}" dt="2024-10-24T00:47:34.479" v="6"/>
            <ac:picMkLst>
              <pc:docMk/>
              <pc:sldMasterMk cId="553083570" sldId="2147483658"/>
              <pc:sldLayoutMk cId="3868611432" sldId="2147483673"/>
              <ac:picMk id="4" creationId="{00000000-0000-0000-0000-000000000000}"/>
            </ac:picMkLst>
          </pc:picChg>
        </pc:sldLayoutChg>
        <pc:sldLayoutChg chg="delSp">
          <pc:chgData name="Fernando Usaquén" userId="b6a08a424d6d98a3" providerId="LiveId" clId="{4897B756-4D64-4298-93FE-DD62DFF7F6C7}" dt="2024-10-24T00:47:34.479" v="6"/>
          <pc:sldLayoutMkLst>
            <pc:docMk/>
            <pc:sldMasterMk cId="553083570" sldId="2147483658"/>
            <pc:sldLayoutMk cId="2381740111" sldId="2147483674"/>
          </pc:sldLayoutMkLst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2381740111" sldId="2147483674"/>
              <ac:spMk id="2" creationId="{00000000-0000-0000-0000-000000000000}"/>
            </ac:spMkLst>
          </pc:spChg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2381740111" sldId="2147483674"/>
              <ac:spMk id="3" creationId="{00000000-0000-0000-0000-000000000000}"/>
            </ac:spMkLst>
          </pc:spChg>
          <pc:picChg chg="del">
            <ac:chgData name="Fernando Usaquén" userId="b6a08a424d6d98a3" providerId="LiveId" clId="{4897B756-4D64-4298-93FE-DD62DFF7F6C7}" dt="2024-10-24T00:47:34.479" v="6"/>
            <ac:picMkLst>
              <pc:docMk/>
              <pc:sldMasterMk cId="553083570" sldId="2147483658"/>
              <pc:sldLayoutMk cId="2381740111" sldId="2147483674"/>
              <ac:picMk id="4" creationId="{00000000-0000-0000-0000-000000000000}"/>
            </ac:picMkLst>
          </pc:picChg>
        </pc:sldLayoutChg>
        <pc:sldLayoutChg chg="delSp">
          <pc:chgData name="Fernando Usaquén" userId="b6a08a424d6d98a3" providerId="LiveId" clId="{4897B756-4D64-4298-93FE-DD62DFF7F6C7}" dt="2024-10-24T00:47:34.479" v="6"/>
          <pc:sldLayoutMkLst>
            <pc:docMk/>
            <pc:sldMasterMk cId="553083570" sldId="2147483658"/>
            <pc:sldLayoutMk cId="2668850197" sldId="2147483675"/>
          </pc:sldLayoutMkLst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2668850197" sldId="2147483675"/>
              <ac:spMk id="2" creationId="{00000000-0000-0000-0000-000000000000}"/>
            </ac:spMkLst>
          </pc:spChg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2668850197" sldId="2147483675"/>
              <ac:spMk id="3" creationId="{00000000-0000-0000-0000-000000000000}"/>
            </ac:spMkLst>
          </pc:spChg>
          <pc:picChg chg="del">
            <ac:chgData name="Fernando Usaquén" userId="b6a08a424d6d98a3" providerId="LiveId" clId="{4897B756-4D64-4298-93FE-DD62DFF7F6C7}" dt="2024-10-24T00:47:34.479" v="6"/>
            <ac:picMkLst>
              <pc:docMk/>
              <pc:sldMasterMk cId="553083570" sldId="2147483658"/>
              <pc:sldLayoutMk cId="2668850197" sldId="2147483675"/>
              <ac:picMk id="4" creationId="{00000000-0000-0000-0000-000000000000}"/>
            </ac:picMkLst>
          </pc:picChg>
        </pc:sldLayoutChg>
        <pc:sldLayoutChg chg="delSp">
          <pc:chgData name="Fernando Usaquén" userId="b6a08a424d6d98a3" providerId="LiveId" clId="{4897B756-4D64-4298-93FE-DD62DFF7F6C7}" dt="2024-10-24T00:47:34.479" v="6"/>
          <pc:sldLayoutMkLst>
            <pc:docMk/>
            <pc:sldMasterMk cId="553083570" sldId="2147483658"/>
            <pc:sldLayoutMk cId="1729158630" sldId="2147483676"/>
          </pc:sldLayoutMkLst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1729158630" sldId="2147483676"/>
              <ac:spMk id="2" creationId="{00000000-0000-0000-0000-000000000000}"/>
            </ac:spMkLst>
          </pc:spChg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1729158630" sldId="2147483676"/>
              <ac:spMk id="3" creationId="{00000000-0000-0000-0000-000000000000}"/>
            </ac:spMkLst>
          </pc:spChg>
          <pc:picChg chg="del">
            <ac:chgData name="Fernando Usaquén" userId="b6a08a424d6d98a3" providerId="LiveId" clId="{4897B756-4D64-4298-93FE-DD62DFF7F6C7}" dt="2024-10-24T00:47:34.479" v="6"/>
            <ac:picMkLst>
              <pc:docMk/>
              <pc:sldMasterMk cId="553083570" sldId="2147483658"/>
              <pc:sldLayoutMk cId="1729158630" sldId="2147483676"/>
              <ac:picMk id="4" creationId="{00000000-0000-0000-0000-000000000000}"/>
            </ac:picMkLst>
          </pc:picChg>
        </pc:sldLayoutChg>
        <pc:sldLayoutChg chg="delSp">
          <pc:chgData name="Fernando Usaquén" userId="b6a08a424d6d98a3" providerId="LiveId" clId="{4897B756-4D64-4298-93FE-DD62DFF7F6C7}" dt="2024-10-24T00:47:34.479" v="6"/>
          <pc:sldLayoutMkLst>
            <pc:docMk/>
            <pc:sldMasterMk cId="553083570" sldId="2147483658"/>
            <pc:sldLayoutMk cId="2146680898" sldId="2147483677"/>
          </pc:sldLayoutMkLst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2146680898" sldId="2147483677"/>
              <ac:spMk id="2" creationId="{00000000-0000-0000-0000-000000000000}"/>
            </ac:spMkLst>
          </pc:spChg>
          <pc:spChg chg="del">
            <ac:chgData name="Fernando Usaquén" userId="b6a08a424d6d98a3" providerId="LiveId" clId="{4897B756-4D64-4298-93FE-DD62DFF7F6C7}" dt="2024-10-24T00:47:34.479" v="6"/>
            <ac:spMkLst>
              <pc:docMk/>
              <pc:sldMasterMk cId="553083570" sldId="2147483658"/>
              <pc:sldLayoutMk cId="2146680898" sldId="2147483677"/>
              <ac:spMk id="3" creationId="{00000000-0000-0000-0000-000000000000}"/>
            </ac:spMkLst>
          </pc:spChg>
          <pc:picChg chg="del">
            <ac:chgData name="Fernando Usaquén" userId="b6a08a424d6d98a3" providerId="LiveId" clId="{4897B756-4D64-4298-93FE-DD62DFF7F6C7}" dt="2024-10-24T00:47:34.479" v="6"/>
            <ac:picMkLst>
              <pc:docMk/>
              <pc:sldMasterMk cId="553083570" sldId="2147483658"/>
              <pc:sldLayoutMk cId="2146680898" sldId="2147483677"/>
              <ac:picMk id="4" creationId="{00000000-0000-0000-0000-000000000000}"/>
            </ac:picMkLst>
          </pc:picChg>
        </pc:sldLayoutChg>
      </pc:sldMasterChg>
      <pc:sldMasterChg chg="delSldLayout">
        <pc:chgData name="Fernando Usaquén" userId="b6a08a424d6d98a3" providerId="LiveId" clId="{4897B756-4D64-4298-93FE-DD62DFF7F6C7}" dt="2024-10-24T00:49:27.929" v="16" actId="2696"/>
        <pc:sldMasterMkLst>
          <pc:docMk/>
          <pc:sldMasterMk cId="2119778857" sldId="2147483678"/>
        </pc:sldMasterMkLst>
        <pc:sldLayoutChg chg="del">
          <pc:chgData name="Fernando Usaquén" userId="b6a08a424d6d98a3" providerId="LiveId" clId="{4897B756-4D64-4298-93FE-DD62DFF7F6C7}" dt="2024-10-24T00:49:27.929" v="16" actId="2696"/>
          <pc:sldLayoutMkLst>
            <pc:docMk/>
            <pc:sldMasterMk cId="2119778857" sldId="2147483678"/>
            <pc:sldLayoutMk cId="2377938898" sldId="214748369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5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164086"/>
            <a:ext cx="11338560" cy="2190115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358641"/>
            <a:ext cx="11338560" cy="822960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91473" y="5177194"/>
            <a:ext cx="3493008" cy="449570"/>
          </a:xfrm>
        </p:spPr>
        <p:txBody>
          <a:bodyPr/>
          <a:lstStyle/>
          <a:p>
            <a:fld id="{6AD6EE87-EBD5-4F12-A48A-63ACA297AC8F}" type="datetimeFigureOut">
              <a:rPr lang="en-US" smtClean="0"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45920" y="5188615"/>
            <a:ext cx="768096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2640" y="1717040"/>
            <a:ext cx="329184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3214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5365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904240"/>
            <a:ext cx="12984479" cy="3362322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360" y="4370071"/>
            <a:ext cx="12588240" cy="1146810"/>
          </a:xfrm>
        </p:spPr>
        <p:txBody>
          <a:bodyPr>
            <a:normAutofit/>
          </a:bodyPr>
          <a:lstStyle>
            <a:lvl1pPr marL="0" indent="0" algn="r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5A61015F-7CC6-4D0A-9D87-873EA4C304CC}" type="datetimeFigureOut">
              <a:rPr lang="en-US" smtClean="0"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2"/>
            <a:ext cx="8389790" cy="43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3920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2633471"/>
            <a:ext cx="6400800" cy="48289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633471"/>
            <a:ext cx="6400800" cy="48289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7373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0" y="914400"/>
            <a:ext cx="10332720" cy="155448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91" y="2620563"/>
            <a:ext cx="6095989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1" y="3759200"/>
            <a:ext cx="6374130" cy="370322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0960" y="2620563"/>
            <a:ext cx="6126480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759200"/>
            <a:ext cx="6400800" cy="370322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58841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4515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483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4937760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698" y="896111"/>
            <a:ext cx="7812742" cy="656631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4937760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0745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8247888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33486" y="901490"/>
            <a:ext cx="4373954" cy="6560932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8247888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75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32" y="5636833"/>
            <a:ext cx="12986441" cy="983226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8072" y="1129728"/>
            <a:ext cx="12986208" cy="4173793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6620059"/>
            <a:ext cx="12984480" cy="842363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8975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04239"/>
            <a:ext cx="12984480" cy="3362960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378960"/>
            <a:ext cx="12156619" cy="1198880"/>
          </a:xfrm>
        </p:spPr>
        <p:txBody>
          <a:bodyPr anchor="ctr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90298CD5-6C1E-4009-B41F-6DF62E31D3BE}" type="datetimeFigureOut">
              <a:rPr lang="en-US" smtClean="0"/>
              <a:pPr/>
              <a:t>10/23/2024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6140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61" y="904240"/>
            <a:ext cx="12181840" cy="3125394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64638" y="4038668"/>
            <a:ext cx="11511283" cy="53333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751835"/>
            <a:ext cx="12181840" cy="815845"/>
          </a:xfrm>
        </p:spPr>
        <p:txBody>
          <a:bodyPr anchor="ctr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90298CD5-6C1E-4009-B41F-6DF62E31D3BE}" type="datetimeFigureOut">
              <a:rPr lang="en-US" smtClean="0"/>
              <a:pPr/>
              <a:t>10/23/2024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71500" y="11201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1076" y="324154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84186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94" y="1349642"/>
            <a:ext cx="12175423" cy="3014202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0" y="4377979"/>
            <a:ext cx="12173585" cy="1199862"/>
          </a:xfrm>
        </p:spPr>
        <p:txBody>
          <a:bodyPr anchor="t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466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90298CD5-6C1E-4009-B41F-6DF62E31D3BE}" type="datetimeFigureOut">
              <a:rPr lang="en-US" smtClean="0"/>
              <a:pPr/>
              <a:t>10/23/2024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466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42279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646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42496"/>
            <a:ext cx="4147718" cy="74078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22959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2560" y="2641600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240230" y="3484880"/>
            <a:ext cx="4147718" cy="3977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62160" y="2631439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662161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05868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5448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26342" y="5029201"/>
            <a:ext cx="4141898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26342" y="2834640"/>
            <a:ext cx="4141898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26342" y="5848518"/>
            <a:ext cx="4141898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9116" y="5029201"/>
            <a:ext cx="4138722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249116" y="2834640"/>
            <a:ext cx="4138723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249117" y="5848516"/>
            <a:ext cx="4138722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59678" y="5029201"/>
            <a:ext cx="4147763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59826" y="2834640"/>
            <a:ext cx="4137454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659678" y="5848514"/>
            <a:ext cx="4142934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6593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2633471"/>
            <a:ext cx="12984480" cy="48289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03668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8560" y="894080"/>
            <a:ext cx="2468880" cy="468376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360" y="894081"/>
            <a:ext cx="9845041" cy="468376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593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2A4AFB99-0EAB-4182-AFF8-E214C82A68F6}" type="datetimeFigureOut">
              <a:rPr lang="en-US" smtClean="0"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1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6865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1962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1458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3216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743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615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251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674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17297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4720" y="917247"/>
            <a:ext cx="10332720" cy="1551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33473"/>
            <a:ext cx="12984480" cy="48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4432" y="7627621"/>
            <a:ext cx="349300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10/23/2024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7627015"/>
            <a:ext cx="9326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5600" y="45720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7788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700" r:id="rId21"/>
    <p:sldLayoutId id="2147483701" r:id="rId22"/>
    <p:sldLayoutId id="2147483702" r:id="rId23"/>
    <p:sldLayoutId id="2147483703" r:id="rId24"/>
  </p:sldLayoutIdLst>
  <p:hf sldNum="0" hdr="0" ftr="0" dt="0"/>
  <p:txStyles>
    <p:titleStyle>
      <a:lvl1pPr algn="r" defTabSz="1097280" rtl="0" eaLnBrk="1" latinLnBrk="0" hangingPunct="1">
        <a:lnSpc>
          <a:spcPct val="90000"/>
        </a:lnSpc>
        <a:spcBef>
          <a:spcPct val="0"/>
        </a:spcBef>
        <a:buNone/>
        <a:defRPr sz="4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25535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kern="0" spc="-62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Algoritmos de Recorte y Relleno en Computación Gráfica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700349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Los algoritmos de recorte y relleno son fundamentales en la computación gráfica, permitiendo la representación eficiente de objetos y formas en pantalla. Estos algoritmos se encargan de procesar y adaptar los elementos gráficos para su visualización óptima.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42401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3"/>
          <p:cNvSpPr/>
          <p:nvPr/>
        </p:nvSpPr>
        <p:spPr>
          <a:xfrm>
            <a:off x="1270040" y="6407110"/>
            <a:ext cx="270224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kern="0" spc="-36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Ivan Fernando Usaquén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481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kern="0" spc="-4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Introducción a los Algoritmos de Recorte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6105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994410" y="2846070"/>
            <a:ext cx="10906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27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761059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Optimización de Renderizado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605808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Los algoritmos de recorte mejoran el rendimiento al eliminar las partes de los objetos que quedan fuera del área de visualización.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76105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4858226" y="2846070"/>
            <a:ext cx="1647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27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761059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Precisión de Representación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605808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Garantizan que solo se muestren las porciones relevantes de los elementos gráficos, evitando distorsiones y mejorando la calidad de la imagen.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2651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966549" y="6350198"/>
            <a:ext cx="1647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27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265188"/>
            <a:ext cx="39169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Reducción de Carga Computacional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75560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 recortar los objetos innecesarios, se disminuye la cantidad de cálculos y procesamiento requeridos.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71603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kern="0" spc="-4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Algoritmos de </a:t>
            </a:r>
            <a:r>
              <a:rPr lang="en-US" sz="4450" kern="0" spc="-45" dirty="0" err="1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Recorte</a:t>
            </a:r>
            <a:r>
              <a:rPr lang="en-US" sz="4450" kern="0" spc="-4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Cohen-Sutherland: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Descripción: Utiliza un código de región para definir qué partes de un segmento de línea están dentro de una ventana de recorte. Si ambos extremos están fuera, el segmento se descarta; si uno está dentro, se recorta.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Eficiencia: Muy eficiente para líneas rectas y se implementa fácilmente; ideal para aplicaciones en tiempo real.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Desventajas: No es adecuado para polígonos complejos.</a:t>
            </a:r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Liang-Barsky: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Descripción: Este algoritmo utiliza ecuaciones paramétricas y se basa en la intersección de líneas, lo que permite un recorte más eficiente que Cohen-Sutherland.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Eficiencia: Menos comparaciones y cálculos, lo que lo hace más rápido.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Desventajas: Puede ser más complejo de implementar debido a la matemática involucrada.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Aplicaciones Prácticas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kern="0" spc="-4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Algoritmos de Relleno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Flood Fill: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Descripción: Este algoritmo comienza desde un punto específico y se expande a través de los píxeles adyacentes que comparten el mismo color o valor.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Ventajas: Fácil de implementar y entender; útil para áreas no conectadas.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Desventajas: Puede ser ineficiente para áreas grandes o complejas, ya que tiene un alto costo computacional en términos de tiempo y espacio.</a:t>
            </a:r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Scanline Fill: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Utiliza</a:t>
            </a: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un </a:t>
            </a:r>
            <a:r>
              <a:rPr lang="en-US" sz="1750" kern="0" spc="-36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enfoque</a:t>
            </a: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 </a:t>
            </a:r>
            <a:r>
              <a:rPr lang="en-US" sz="1750" kern="0" spc="-36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propagación</a:t>
            </a: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 </a:t>
            </a:r>
            <a:r>
              <a:rPr lang="en-US" sz="1750" kern="0" spc="-36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partir</a:t>
            </a: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 un punto </a:t>
            </a:r>
            <a:r>
              <a:rPr lang="en-US" sz="1750" kern="0" spc="-36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inicial</a:t>
            </a: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750" kern="0" spc="-36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llenando</a:t>
            </a: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 forma </a:t>
            </a:r>
            <a:r>
              <a:rPr lang="en-US" sz="1750" kern="0" spc="-36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recursiva</a:t>
            </a: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las </a:t>
            </a:r>
            <a:r>
              <a:rPr lang="en-US" sz="1750" kern="0" spc="-36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áreas</a:t>
            </a: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50" kern="0" spc="-36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contiguas</a:t>
            </a: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Descripción: Rellena un polígono línea por línea horizontalmente. Se analiza cada línea de escaneo para determinar los puntos de intersección con los bordes del polígono.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Ventajas: Más eficiente que el </a:t>
            </a:r>
            <a:r>
              <a:rPr lang="es-ES" sz="1750" kern="0" spc="-36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flood</a:t>
            </a: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s-ES" sz="1750" kern="0" spc="-36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fill</a:t>
            </a: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para polígonos complejos; ideal para gráficos vectoriales.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s-E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Desventajas: La implementación puede ser más complicada y requiere una buena gestión de los bordes.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10680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kern="0" spc="-4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Implementación de los Algoritmos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1967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6480810" y="3204686"/>
            <a:ext cx="10906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27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119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Estructura de Datos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610094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Los algoritmos requieren estructuras de datos adecuadas para representar y manipular los elementos gráficos.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11967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0344626" y="3204686"/>
            <a:ext cx="1647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27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119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Cálculos Geométricos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610094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Involucran operaciones matemáticas sobre puntos, líneas y polígonos para determinar las regiones a recortar o rellenar.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90657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452949" y="5991582"/>
            <a:ext cx="1647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27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906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Optimizaciones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39699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Técnicas como la división en cuadrículas y la detección de trivialidad pueden mejorar la eficiencia de los algoritmos.</a:t>
            </a:r>
            <a:endParaRPr lang="en-US" sz="17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9043F49-6CBD-CA3B-3C91-896820580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67" y="225928"/>
            <a:ext cx="3623904" cy="359815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654E354-9B34-5A50-40F0-D781C46B5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256" y="4248615"/>
            <a:ext cx="3656055" cy="37834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44109"/>
            <a:ext cx="68622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kern="0" spc="-4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Optimización de los Algoritmos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93050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1020604" y="2719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Paralelización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210282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Dividir el procesamiento en múltiples hilos o unidades de computación para aprovechar la potencia de hardware moderno.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493050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912281" y="2719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Aceleración de Hardware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3210282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Utilizar características especializadas de GPUs y procesadores para realizar los cálculos de forma más eficiente.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15520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1020604" y="53423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Técnicas Avanzadas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832753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Algoritmos de rasterización y técnicas de renderizado en tiempo real pueden mejorar aún más el rendimiento.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40028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kern="0" spc="-4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Aplicaciones Prácticas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051822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Videojuegos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336030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Representación eficiente de escenarios y personajes en tiempo real.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505182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CAD y Diseño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254704" y="6336030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Visualización precisa de modelos 2D y 3D en aplicaciones de diseño.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738" y="5051822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Imagenología Médica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336030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Procesamiento de imágenes radiológicas y de diagnóstico por computadora.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12</TotalTime>
  <Words>594</Words>
  <Application>Microsoft Office PowerPoint</Application>
  <PresentationFormat>Personalizado</PresentationFormat>
  <Paragraphs>63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Anton</vt:lpstr>
      <vt:lpstr>Fira Sans</vt:lpstr>
      <vt:lpstr>Fira Sans Bold</vt:lpstr>
      <vt:lpstr>Arial</vt:lpstr>
      <vt:lpstr>Century Gothic</vt:lpstr>
      <vt:lpstr>Estela de condensación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Fernando Usaquén</cp:lastModifiedBy>
  <cp:revision>1</cp:revision>
  <dcterms:created xsi:type="dcterms:W3CDTF">2024-10-24T00:45:04Z</dcterms:created>
  <dcterms:modified xsi:type="dcterms:W3CDTF">2024-10-24T00:58:48Z</dcterms:modified>
</cp:coreProperties>
</file>